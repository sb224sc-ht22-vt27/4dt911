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2"/>
    <p:restoredTop sz="94631"/>
  </p:normalViewPr>
  <p:slideViewPr>
    <p:cSldViewPr snapToGrid="0">
      <p:cViewPr varScale="1">
        <p:scale>
          <a:sx n="91" d="100"/>
          <a:sy n="91" d="100"/>
        </p:scale>
        <p:origin x="20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D4DBC-6B39-BE46-A421-F6CAD9AE1DD1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32596-5312-164C-9ABB-AB4E11728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9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32596-5312-164C-9ABB-AB4E11728E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6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2B762B-7E13-4C92-A435-5002D10FC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F5D81DD-5F05-9F9C-303A-D621B78C9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23F628A-A134-D779-51E1-E1EC99BB2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619801C-127E-E00E-A6FF-7183011C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A892392-EF4C-6976-93DB-8008D564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5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DAB349-24B4-41DA-C15C-A49A027B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E356E18-0455-F63A-3344-30D618DB9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D956A6C-3131-4BDD-265D-B23891CA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ED996BB-1A67-FB61-7852-CBD925C14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84264E-C643-4B82-DDE8-D9DA4B23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4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FB7C4C2-4A3F-74F8-BA96-232DFBC51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26A7515-8144-3533-9D18-AFC6684E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C9D142C-DD0B-4BDD-13A0-F7885DC0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8BDB33-F7E5-EC1C-9F52-70DD2A9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610D20E-F29C-7A19-2952-AB28C0CB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4C99F29-7FBA-B6EA-F640-0B643B89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F3FD62-CBE9-4BD2-7603-46E3D800E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5248C4D-DDA9-7E52-DFFE-A55DF8570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9FDCCB8-615E-2988-D552-318EF631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613DA20-F06B-470C-18BB-392D8E98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9E0101E-907D-DF85-9242-9FD835B8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2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F1366ED-D9CC-1E4E-10DF-2BA70DB07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6E9B62D-A9C4-92D4-DB6E-CA479F67B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6C241BB-0902-F599-7DEF-150B67B4A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5AAEEF2E-596F-02F6-AB9E-D51AC3332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7F56C41A-7FED-516F-AF8A-E203876E5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9497CC1D-D0A4-5E91-202C-9D756761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3F437E3C-F8EB-58FB-906B-D72EAAD9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56CD63DA-D152-A40D-BD8F-942268F1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0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CBA9B61-75D9-36D6-90E4-57278BEB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6D02C8F-3011-FA85-4BD6-ECAEC26B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819B609-F491-8659-BD7B-C20D1280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6F9D9B5-CB23-58EC-6EC1-E3CB64C4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0F6EDA63-4B80-7AFE-3511-E9544024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0C1E919-75A2-F8C5-09A9-766CC01C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1279B4B-12C2-F57C-2E1F-D7A61BE7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2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7A736ED-6FE9-18AA-BAAC-00A813285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BE0E805-6776-D39E-0DE4-34302363B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CE3B6BF-E064-1F9D-3254-7B7D7E3EC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655D831-DB65-48AD-81A7-AB816F32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514D723-0DA0-456C-CE12-D6395889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ABCCF7C-5DDF-B43F-6E6A-A938402A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5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4DCFF8B-C8D4-1B02-E39A-47D942B5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7DFAB018-8652-6F5C-97C4-4DB0E027C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657AF83-119C-BF9C-A075-9F84152A8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4B5240E-C2DF-2996-3E58-ABD6B53C3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2AB95E1A-0447-8573-A1A0-C2034D4B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4001A8A-711E-3AE3-F810-EC7C3697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3721730-F3D0-4688-5148-F1058902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FE20E862-16BA-FFD6-0641-FA633E71D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75CBD3D-271A-4378-5AD5-2FDBDA28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8C57D59-F0D5-D7CA-7CCF-D63D0E87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3BD42E-C9CA-38AC-F795-B5567699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66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3B3A17D3-85E8-ED0C-3D02-1C62A32F6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504CB0E-7F27-40DD-BAD9-E1371DCB6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5095200-2177-7FAF-3110-49B747B4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23BD412-EECD-7AD2-0F01-8F6921D6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4B3272B-0FF0-7529-2ED5-1E013D53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9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9F5FC9B-41C9-E9AB-1890-F0448C19A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0F49722-AFCF-3EF4-EB38-A30FBCBAB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B0D685E-E895-77F1-F26C-DF4B95578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4089F-CE9D-2645-86B7-11DD5A27E63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C128013-A765-DA9D-8404-01276C59B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FF605F6-920C-48C7-D069-858F2F6E9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881FD-4BD1-6340-ABDF-749C0A8C0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7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667BFBD-0DAD-6761-002F-82597BE5B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/>
              <a:t>Project in Visualization and Data Analysis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96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15F9651-E60F-C78D-6906-E596A592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Dataset 1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3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5097B33-A181-4F85-0240-598D024A0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Formula 1 Race Data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(Kaggle) From Ergast Database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circuits.csv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constructor_results.csv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constructor_standings.csv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constructors.csv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driver_standings.csv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drivers.csv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lap_times.csv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pit_stops.csv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qualifying.csv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races.csv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results.csv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seasons.csv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sprint_results.csv</a:t>
            </a:r>
          </a:p>
          <a:p>
            <a:pPr lvl="1"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status.csv</a:t>
            </a:r>
          </a:p>
          <a:p>
            <a:pPr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Drivers/constructors/races are linked by ID</a:t>
            </a:r>
          </a:p>
          <a:p>
            <a:pPr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Has Data from 1950 – Now</a:t>
            </a:r>
          </a:p>
          <a:p>
            <a:pPr fontAlgn="base"/>
            <a:r>
              <a:rPr lang="sv-SE" sz="1700">
                <a:solidFill>
                  <a:schemeClr val="tx1">
                    <a:alpha val="80000"/>
                  </a:schemeClr>
                </a:solidFill>
              </a:rPr>
              <a:t>121 Features - 14 files</a:t>
            </a:r>
          </a:p>
          <a:p>
            <a:pPr marL="457200" lvl="1" indent="0" fontAlgn="base">
              <a:buNone/>
            </a:pPr>
            <a:endParaRPr lang="sv-SE" sz="1700">
              <a:solidFill>
                <a:schemeClr val="tx1">
                  <a:alpha val="80000"/>
                </a:schemeClr>
              </a:solidFill>
            </a:endParaRPr>
          </a:p>
          <a:p>
            <a:pPr lvl="1"/>
            <a:endParaRPr lang="sv-SE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74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0AD3DB7-EC50-5FF1-0A60-C2CF26DB6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Dataset 2 &amp; 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3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Platshållare för innehåll 2">
            <a:extLst>
              <a:ext uri="{FF2B5EF4-FFF2-40B4-BE49-F238E27FC236}">
                <a16:creationId xmlns:a16="http://schemas.microsoft.com/office/drawing/2014/main" id="{8D25D2AD-CAEE-DF96-AFE8-CD5209D4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Formula 1 Fantasy data (2022 – Now)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Driver Prices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Constructor Prices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Points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Fastf1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Weather information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031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5019D55-89B3-00EA-7F45-4BC08E4B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4234393" cy="1616203"/>
          </a:xfrm>
        </p:spPr>
        <p:txBody>
          <a:bodyPr anchor="b">
            <a:normAutofit/>
          </a:bodyPr>
          <a:lstStyle/>
          <a:p>
            <a:r>
              <a:rPr lang="en-US" sz="3200" dirty="0"/>
              <a:t>Intro to Formula 1 Fantasy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027E8C0-825E-F3F9-BC58-898E05C17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234394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Budget</a:t>
            </a:r>
          </a:p>
          <a:p>
            <a:r>
              <a:rPr lang="en-US" sz="2000"/>
              <a:t>Points</a:t>
            </a:r>
          </a:p>
          <a:p>
            <a:r>
              <a:rPr lang="en-US" sz="2000"/>
              <a:t>Transfers</a:t>
            </a:r>
          </a:p>
          <a:p>
            <a:r>
              <a:rPr lang="en-US" sz="2000"/>
              <a:t>2 Teams</a:t>
            </a:r>
          </a:p>
          <a:p>
            <a:r>
              <a:rPr lang="en-US" sz="2000"/>
              <a:t>5 Drivers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1425471B-74D7-4FEE-06EC-A80003B8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764"/>
          <a:stretch>
            <a:fillRect/>
          </a:stretch>
        </p:blipFill>
        <p:spPr>
          <a:xfrm>
            <a:off x="5854890" y="877414"/>
            <a:ext cx="5453545" cy="498468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34FA563-76F6-CDCF-AEA0-A7B78E446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2E3CAA-F1BA-6695-301D-22564C382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F3F0F2C-04A5-144D-BDCF-C38707289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928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F7E1E64-47E9-70BB-0BB0-0316E630F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Project Idea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1C5398B-2662-457E-66FF-EBC641D03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Formula 1 fantasy predictor</a:t>
            </a:r>
          </a:p>
          <a:p>
            <a:pPr lvl="1"/>
            <a:r>
              <a:rPr lang="en-US" sz="2000" dirty="0"/>
              <a:t>For Fantasy players</a:t>
            </a:r>
          </a:p>
          <a:p>
            <a:pPr lvl="1"/>
            <a:r>
              <a:rPr lang="en-US" sz="2000" dirty="0"/>
              <a:t>Applicable to Sports Gambling</a:t>
            </a:r>
          </a:p>
          <a:p>
            <a:pPr marL="0" indent="0">
              <a:buNone/>
            </a:pPr>
            <a:r>
              <a:rPr lang="en-US" sz="2000" dirty="0"/>
              <a:t>Features:</a:t>
            </a:r>
          </a:p>
          <a:p>
            <a:r>
              <a:rPr lang="en-US" sz="2000" dirty="0"/>
              <a:t>Predicted Points</a:t>
            </a:r>
          </a:p>
          <a:p>
            <a:r>
              <a:rPr lang="en-US" sz="2000" dirty="0"/>
              <a:t>Predicted Result</a:t>
            </a:r>
          </a:p>
          <a:p>
            <a:r>
              <a:rPr lang="en-US" sz="2000" dirty="0"/>
              <a:t>Team optimizer</a:t>
            </a:r>
          </a:p>
          <a:p>
            <a:r>
              <a:rPr lang="en-US" sz="2000" dirty="0"/>
              <a:t>Comparison tools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097FA780-7FC7-E742-F046-8351A7D55F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57" b="2"/>
          <a:stretch>
            <a:fillRect/>
          </a:stretch>
        </p:blipFill>
        <p:spPr>
          <a:xfrm>
            <a:off x="5024134" y="653280"/>
            <a:ext cx="6587250" cy="533864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ruta 3">
            <a:extLst>
              <a:ext uri="{FF2B5EF4-FFF2-40B4-BE49-F238E27FC236}">
                <a16:creationId xmlns:a16="http://schemas.microsoft.com/office/drawing/2014/main" id="{1577AC29-DCD1-6EA3-803C-D6F2CE03624B}"/>
              </a:ext>
            </a:extLst>
          </p:cNvPr>
          <p:cNvSpPr txBox="1"/>
          <p:nvPr/>
        </p:nvSpPr>
        <p:spPr>
          <a:xfrm>
            <a:off x="4987672" y="6022779"/>
            <a:ext cx="6389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Images generated by AI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66AA6FF6-0BBC-C858-291A-055073ACE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59" y="4426463"/>
            <a:ext cx="3342178" cy="213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9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153</Words>
  <Application>Microsoft Macintosh PowerPoint</Application>
  <PresentationFormat>Bredbild</PresentationFormat>
  <Paragraphs>44</Paragraphs>
  <Slides>5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Office-tema</vt:lpstr>
      <vt:lpstr>Project in Visualization and Data Analysis</vt:lpstr>
      <vt:lpstr>Dataset 1</vt:lpstr>
      <vt:lpstr>Dataset 2 &amp; 3</vt:lpstr>
      <vt:lpstr>Intro to Formula 1 Fantasy</vt:lpstr>
      <vt:lpstr>Project Idea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Wingren</dc:creator>
  <cp:lastModifiedBy>Jesper Wingren</cp:lastModifiedBy>
  <cp:revision>28</cp:revision>
  <dcterms:created xsi:type="dcterms:W3CDTF">2026-09-05T09:38:50Z</dcterms:created>
  <dcterms:modified xsi:type="dcterms:W3CDTF">2026-09-10T11:27:40Z</dcterms:modified>
</cp:coreProperties>
</file>